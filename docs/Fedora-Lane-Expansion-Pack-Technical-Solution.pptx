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Fedora Lane Expansion Pack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Server/Cloud OS TDP  ·  Technical solution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Local RHEL Image Builder gold image  ·  AWS AMI + Azure VHD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~15 minutes  ·  Opening → Live walkthrough → Value → Closing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OPENING · 1–2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Why we are 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Team: Junior Consultant(s) — FASTER Server/Cloud OS TDP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Fedora Lane asked for a secure, repeatable RHEL web baseline for cloud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Today we show a working gold-image solution built with Red Hat technology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Objective: confirm challenges → walk the live implementation → agree next step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Challenges we confirm with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Inconsistent estate — ~1,600 servers; mixed Rocky, Ubuntu, CentOS Stream, Amazon Linux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Risky / untraceable change — drift and ad-hoc updates create long outages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Container skills gap — need a clear, repeatable container path on RHEL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Expansion Pack want: manual/local Image Builder gold image for AWS and Azure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Confirming understanding before we walk the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OPENING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Opening — team, challenges, objective (now)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Live walkthrough — architecture → build steps → gold VM prove (5–10 min)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Value summary — how this solves Fedora Lane’s challenges (2–5 min)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Closing — one concrete next step (1–2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Transition → live walkthrough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WALKTHROUGH · 5–10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What we implemented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Versioned Image Builder blueprint in Git (source of truth)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Local RHEL Image Builder compose → gold AMI (AWS) and gold VHD (Azure)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Launch gold VMs from that image — not stock Marketplace OS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Expansion Pack controls baked in; httpd runs as a container on port 35443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Working deployment you can verify live (SSH 2222 + curl 35443)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1A1A"/>
                </a:solidFill>
                <a:latin typeface="Calibri"/>
              </a:rPr>
              <a:t>Solution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1737360" cy="12344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45920"/>
            <a:ext cx="15910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TOML
distro=rhel-10.x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724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Source of truth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286000" y="1874520"/>
            <a:ext cx="301752" cy="32004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6352" y="1417320"/>
            <a:ext cx="1737360" cy="12344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1645920"/>
            <a:ext cx="15910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Local Image
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724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On RHEL 10 host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599432" y="1874520"/>
            <a:ext cx="301752" cy="32004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29784" y="1417320"/>
            <a:ext cx="1737360" cy="12344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2936" y="1645920"/>
            <a:ext cx="15910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Gold disk
(.raw)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9784" y="2724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Hardened RHEL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12864" y="1874520"/>
            <a:ext cx="301752" cy="32004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43216" y="1417320"/>
            <a:ext cx="1737360" cy="12344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16368" y="1645920"/>
            <a:ext cx="15910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AWS AMI
(+ Azure VHD)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3216" y="2724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Catalog entry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226296" y="1874520"/>
            <a:ext cx="301752" cy="320040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756648" y="1417320"/>
            <a:ext cx="1737360" cy="1234440"/>
          </a:xfrm>
          <a:prstGeom prst="round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29800" y="1645920"/>
            <a:ext cx="1591056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Web nodes
(EC2 / Azure)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56648" y="2724912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Calibri"/>
              </a:rPr>
              <a:t>Identical launches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246120"/>
            <a:ext cx="11155680" cy="3108960"/>
          </a:xfrm>
          <a:prstGeom prst="roundRect">
            <a:avLst/>
          </a:prstGeom>
          <a:solidFill>
            <a:srgbClr val="EEEEEE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Calibri"/>
              </a:rPr>
              <a:t>On every VM from the gold 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86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SSH :2222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Users: fladmin1 / fladmin2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Key-only SSH · fladmins sudo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3886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Web 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80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httpd in Podman :35443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Dummy boutique app (demo)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systemd: fl-httpd / firstboot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3886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0000"/>
                </a:solidFill>
                <a:latin typeface="Calibri"/>
              </a:rPr>
              <a:t>Security baseline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2519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Firewall: 2222 + 35443 only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SELinux enforcing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alibri"/>
              </a:rPr>
              <a:t>•  /tmp noexec · separate mounts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Build steps (what we run)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1. Blueprint in Git — fl-rhel-gold.toml (distro=rhel-10.x)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2. Builder host — install image-builder; sudo rhc connect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3. Compose — image-builder build ami → .raw on builder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4. Upload + register — S3 + vmimport → AMI fl-rhel-gold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5. Launch — EC2 from AMI (SG: 2222 + 35443)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6. Prove — SSH fladmin1, curl :35443, verify + reboot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Same recipe → Azure VHD for dual-cloud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Critical decisions —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Local Image Builder (not hosted console.redhat.com) — matches Expansion Pack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One blueprint → two cloud artifacts — same controls on AWS and Azure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Replace from gold image in waves — not rebuild 1,600×, not in-place root swap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Firstboot / User data starts httpd — image has tooling; launch completes service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App updates via volume deploy — OS changes need a new gold image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A1A1A"/>
                </a:solidFill>
                <a:latin typeface="Calibri"/>
              </a:rPr>
              <a:t>What we prove on the live VM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554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Expansion Pack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SELinux Enforcing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Separate /var/log /home /tmp /var/tmp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/tmp noexec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SSH 2222 key-only · no root SSH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fladmins · fladmin1 / fladmin2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Firewall: 2222 + 35443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EE0000"/>
                </a:solidFill>
                <a:latin typeface="Calibri"/>
              </a:rPr>
              <a:t>Service in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httpd container on 35443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Boutique demo app + health.json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Same checklist after reboot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Proven on AWS and Azure</a:t>
            </a:r>
          </a:p>
          <a:p>
            <a:pPr>
              <a:spcAft>
                <a:spcPts val="7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Repeatable from README + runbooks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VALUE · 2–5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How this addresses Fedora Lane’s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Inconsistency → one Git blueprint → identical gold baselines on AWS and Azure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Risky change → hardened SSH/sudo baked in; rebuild anytime from source of truth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Container skills gap → httpd runs as a container on every gold web VM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Dual-cloud reality → proven AMI path and VHD path with the same recipe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What this leaves open for the future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Scale: Launch Templates / ASG (AWS) and Scale Sets / Shared Image Gallery (Azure)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Day-2: change blueprint → recompose new gold version → roll replace waves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Security: add OpenSCAP / CIS profile to the same Image Builder factory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App hosting: deploy onto httpd volume without rebuilding the AMI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Integration: feed gold images into existing CI/CD and change-control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CLOSING · 1–2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Core message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Fedora Lane can standardize the e-commerce web OS with a repeatable RHEL gold image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Built with Red Hat Image Builder, versioned in Git, proven on AWS and Azure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Technical value today: Expansion Pack controls + containerized httpd + dual-cloud deploy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228600"/>
            <a:ext cx="2377440" cy="320040"/>
          </a:xfrm>
          <a:prstGeom prst="round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2377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1A1A"/>
                </a:solidFill>
                <a:latin typeface="Calibri"/>
              </a:rPr>
              <a:t>One concrete next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828800" cy="457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Approve a non-prod pilot: launch web nodes from the gold AMI / Azure image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Use Launch Template / scale set for new capacity; keep Git as change control</a:t>
            </a:r>
          </a:p>
          <a:p>
            <a:pPr>
              <a:spcAft>
                <a:spcPts val="9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After pilot: wave-replace selected prod pools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66666"/>
                </a:solidFill>
                <a:latin typeface="Calibri"/>
              </a:rPr>
              <a:t>Ask: green-light non-prod pilot as the web OS standard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Git: github.com/ydandge-oss/fedora-lane-core-pack-faster  ·  branch expansion-tdp-solution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How to build and run: docs/how-to-build-and-run.md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CCCCC"/>
                </a:solidFill>
                <a:latin typeface="Calibri"/>
              </a:rPr>
              <a:t>AWS create AMI steps: docs/aws-gold-ami-poc-runbook.md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